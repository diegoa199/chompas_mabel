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800">
                <a:solidFill>
                  <a:srgbClr val="FFFFFF"/>
                </a:solidFill>
              </a:defRPr>
            </a:pPr>
            <a:r>
              <a:t>Chompas Mabel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2331720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E6EB"/>
                </a:solidFill>
              </a:defRPr>
            </a:pPr>
            <a:r>
              <a:t>Sistema Web de Gesti?n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46120"/>
            <a:ext cx="7132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Angular 21 + Spring Boot + MySQL + Docker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Ingenier?a Web - 2026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Presentado por: Diego Gabriel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960120"/>
            <a:ext cx="4114800" cy="23158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Problema y oportunidad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Gesti?n centralizada para una empresa de chompas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32588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54480"/>
            <a:ext cx="3099816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Problema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Registros manuales generan errores de stock, seguimiento limitado y poca trazabilidad.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429000" cy="132588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554480"/>
            <a:ext cx="3099816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Necesidad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Controlar productos, clientes, pedidos, ventas e inventario desde una sola plataforma.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417320"/>
            <a:ext cx="3429000" cy="132588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1" y="1554480"/>
            <a:ext cx="3099816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Soluci?n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Aplicaci?n web real con API REST, validaciones, base relacional y datos iniciales.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98755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El sistema reduce tareas repetitivas.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Permite consulta r?pida de indicadores.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Facilita una sustentaci?n t?cnica completa.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Qu? busca resolver 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Objetivo general: desarrollar un sistema web de gesti?n para Chompas Mabel.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Implementar frontend responsive con Angular, Bootstrap, signals y formularios reactivos.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Construir API REST con Spring Boot, JPA, servicios, repositorios y validaciones.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Dise?ar base MySQL normalizada con relaciones y datos iniciales.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Preparar ejecuci?n reproducible con Docker Compose y GitHub.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M?dulos implementados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Cobertura funcional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54480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Login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Acceso demo por roles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4173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554480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Dashboard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Indicadores operativos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173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1554480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Productos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CRUD y cat?logo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14173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4312" y="1554480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Inventario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Stock y valorizaci?n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175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154679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Clientes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Registro comercial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30175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154679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Pedidos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Detalles y estados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30175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154679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Ventas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Venta vinculada al pedido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30175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2" y="3154679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Reportes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Indicadores del negocio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Arquitectura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Cliente-servidor en capas</a:t>
            </a:r>
          </a:p>
        </p:txBody>
      </p:sp>
      <p:pic>
        <p:nvPicPr>
          <p:cNvPr id="5" name="Picture 4" descr="arquitectura_soft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6583680" cy="37052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5240" y="1508760"/>
            <a:ext cx="393192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Angular consume endpoints REST.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Spring Boot concentra reglas de negocio.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JPA/Hibernate gestiona persistencia.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MySQL se levanta con Docker Compose.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Base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Dise?o f?sico coherente y normalizado</a:t>
            </a:r>
          </a:p>
        </p:txBody>
      </p:sp>
      <p:pic>
        <p:nvPicPr>
          <p:cNvPr id="5" name="Picture 4" descr="modelo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5577840" cy="4183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9400" y="123444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Tablas: usuarios, clientes, categor?as, productos, pedidos, detalle_pedido, ventas e inventario_movimientos.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Relaciones con claves for?neas.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Pedido 1 a 1 Venta.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Producto 1 a N movimientos de inventario.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Datos iniciales en schema.sql.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Frontend Angular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Estructura y criterios de r?brica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3035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Angular 21 con componentes standalone.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Routing centralizado en app.routes.ts.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Servicios HTTP para productos, clientes, pedidos y login.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Signals y computed values para estado reactivo.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Reactive Forms con validaciones.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Bootstrap 5 y CSS propio responsive.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277896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Backend Spring Boot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API REST y reglas de negocio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3035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Java 21 + Spring Boot 3.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Controladores REST para productos, clientes, pedidos y auth.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DTOs para requests/responses.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Validaciones con jakarta.validation.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Servicios transaccionales.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Manejo de errores con ApiExceptionHandler.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417320"/>
            <a:ext cx="4754880" cy="105156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6831" y="1554480"/>
            <a:ext cx="442569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Pedidos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Calcula total y subtotales.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697480"/>
            <a:ext cx="4754880" cy="105156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6831" y="2834640"/>
            <a:ext cx="442569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Inventario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Descuenta stock y registra salidas.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977639"/>
            <a:ext cx="4754880" cy="105156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1" y="4114800"/>
            <a:ext cx="442569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Ventas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Genera venta para pedidos confirmados.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Pantallas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Evidencia visual de la aplicaci?n</a:t>
            </a:r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03520" cy="2984816"/>
          </a:xfrm>
          <a:prstGeom prst="rect">
            <a:avLst/>
          </a:prstGeom>
        </p:spPr>
      </p:pic>
      <p:pic>
        <p:nvPicPr>
          <p:cNvPr id="6" name="Picture 5" descr="productos_invent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03520" cy="29848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Pedidos, ventas y reportes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Flujo operativo</a:t>
            </a:r>
          </a:p>
        </p:txBody>
      </p:sp>
      <p:pic>
        <p:nvPicPr>
          <p:cNvPr id="5" name="Picture 4" descr="pedidos_ve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577840" cy="31392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325880"/>
            <a:ext cx="466344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Cliente selecciona producto y cantidad.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Backend valida stock disponible.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Se descuenta inventario.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Se registra movimiento de salida.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Si el estado aplica, se genera venta.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Reportes muestran ventas e inventario.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Validaciones y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Controles solicitados en frontend y backend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38328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463039"/>
            <a:ext cx="305409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Angular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Campos obligatorios, correo v?lido, precio y stock &gt;= 0, nombre m?nimo.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325880"/>
            <a:ext cx="338328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1" y="1463039"/>
            <a:ext cx="305409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Spring Boot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jakarta.validation en DTOs y entidades.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325880"/>
            <a:ext cx="338328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1" y="1463039"/>
            <a:ext cx="305409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Base de datos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CHECK, PK, FK, UNIQUE e integridad referencial.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98755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npm run build compil? correctamente.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mvn package compil? correctamente.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Docker Compose levant? MySQL healthy.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Endpoints principales respondieron HTTP 200.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Replicaci?n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C?mo ejecutarlo en otra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GitHub: https://github.com/DiegoA199/Chompas_Mabel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docker compose up -d mysql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cd backend-springboot &amp;&amp; mvn spring-boot:run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cd frontend-angular &amp;&amp; npm install &amp;&amp; npm start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URL local: http://localhost:4200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Resultado de Ingenier?a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327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Sistema funcional y conectado de extremo a extremo.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Frontend Angular modular y responsive.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Backend Spring Boot con API REST y reglas de negocio.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Base MySQL normalizada y cargada con datos iniciales.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Repositorio GitHub listo para replicaci?n y sustentaci?n.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246120"/>
            <a:ext cx="9235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E6EB"/>
                </a:solidFill>
              </a:defRPr>
            </a:pPr>
            <a:r>
              <a:t>Preguntas y demostraci?n del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
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-182880"/>
            <a:ext cx="5029200" cy="722376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26679" y="320040"/>
            <a:ext cx="3840480" cy="566928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097280"/>
            <a:ext cx="5166360" cy="2904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7315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Chompas Mabel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Arial"/>
              </a:rPr>
              <a:t>Sistema Web de Gestión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196596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rial"/>
              </a:rPr>
              <a:t>Gestión real de productos, inventario, clientes, pedidos, ventas y reportes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8862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Arial"/>
              </a:rPr>
              <a:t>Angular 21 + Spring Boot + MySQL + Docker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2E8F0"/>
                </a:solidFill>
                <a:latin typeface="Arial"/>
              </a:rPr>
              <a:t>Integrantes: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23036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2E8F0"/>
                </a:solidFill>
                <a:latin typeface="Arial"/>
              </a:rPr>
              <a:t>ANGULO GONZALES Diego Gabriel
CRUZ SALAZAR Jorge Luis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Ingenieria Web - 2026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Problema y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De registros manuales a gestión digital centralizada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325880"/>
            <a:ext cx="306324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73152" cy="242316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472184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Situación actual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828800"/>
            <a:ext cx="2734056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Registros dispersos, control de stock manual, seguimiento limitado de pedidos y poca visibilidad de ventas.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69080" y="2057400"/>
            <a:ext cx="914400" cy="50292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49240" y="1325880"/>
            <a:ext cx="306324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325880"/>
            <a:ext cx="73152" cy="2423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0407" y="1472184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Solución web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0407" y="1828800"/>
            <a:ext cx="2734056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Aplicación Angular conectada a una API REST Spring Boot y una base MySQL con datos reales.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32520" y="2057400"/>
            <a:ext cx="914400" cy="50292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921240" y="1325880"/>
            <a:ext cx="169164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921240" y="1325880"/>
            <a:ext cx="73152" cy="2423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22408" y="1472184"/>
            <a:ext cx="1362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rial"/>
              </a:rPr>
              <a:t>Impacto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22408" y="1828800"/>
            <a:ext cx="1362456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Menos errores
Más control
Mejor sustento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34340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Beneficios esperados para Chompas Mabel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983480"/>
            <a:ext cx="2240280" cy="5029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08406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Información centralizada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66160" y="4983480"/>
            <a:ext cx="224028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0" y="508406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Inventario trazable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983480"/>
            <a:ext cx="2240280" cy="5029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508406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Pedidos con detalle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2560" y="4983480"/>
            <a:ext cx="224028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5084064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Reportes operativos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Objetivos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Qué busca resolver 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1074420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73152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380744"/>
            <a:ext cx="10415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Objetivo general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737360"/>
            <a:ext cx="104150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Implementar un sistema web de gestión para Chompas Mabel que conecte frontend, backend y base de datos para administrar productos, inventario, clientes, pedidos, ventas y reportes.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71800"/>
            <a:ext cx="24688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971800"/>
            <a:ext cx="73152" cy="224028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118104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Frontend Angular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474720"/>
            <a:ext cx="2139696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Arial"/>
              </a:rPr>
              <a:t>Componentes, rutas, servicios HTTP, signals y formularios reactivos.</a:t>
            </a:r>
          </a:p>
        </p:txBody>
      </p:sp>
      <p:sp>
        <p:nvSpPr>
          <p:cNvPr id="16" name="Oval 15"/>
          <p:cNvSpPr/>
          <p:nvPr/>
        </p:nvSpPr>
        <p:spPr>
          <a:xfrm>
            <a:off x="2423160" y="2743200"/>
            <a:ext cx="502920" cy="50292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23160" y="28620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2971800"/>
            <a:ext cx="24688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0" y="2971800"/>
            <a:ext cx="73152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3118104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Backend Spring Boot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5887" y="3474720"/>
            <a:ext cx="2139696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Arial"/>
              </a:rPr>
              <a:t>Controladores REST, servicios, repositorios JPA, DTOs y validaciónes.</a:t>
            </a:r>
          </a:p>
        </p:txBody>
      </p:sp>
      <p:sp>
        <p:nvSpPr>
          <p:cNvPr id="22" name="Oval 21"/>
          <p:cNvSpPr/>
          <p:nvPr/>
        </p:nvSpPr>
        <p:spPr>
          <a:xfrm>
            <a:off x="5166360" y="2743200"/>
            <a:ext cx="502920" cy="50292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28620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971800"/>
            <a:ext cx="24688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971800"/>
            <a:ext cx="73152" cy="22402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18104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Base MySQL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3474720"/>
            <a:ext cx="2139696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Arial"/>
              </a:rPr>
              <a:t>Modelo relaciónal con PK, FK, restricciones y datos iniciales.</a:t>
            </a:r>
          </a:p>
        </p:txBody>
      </p:sp>
      <p:sp>
        <p:nvSpPr>
          <p:cNvPr id="28" name="Oval 27"/>
          <p:cNvSpPr/>
          <p:nvPr/>
        </p:nvSpPr>
        <p:spPr>
          <a:xfrm>
            <a:off x="7909560" y="2743200"/>
            <a:ext cx="502920" cy="50292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09560" y="28620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971800"/>
            <a:ext cx="24688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61120" y="2971800"/>
            <a:ext cx="73152" cy="2240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62288" y="3118104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Entrega replicable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3474720"/>
            <a:ext cx="2139696" cy="1673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Arial"/>
              </a:rPr>
              <a:t>Docker Compose, README, GitHub, informe y presentación.</a:t>
            </a:r>
          </a:p>
        </p:txBody>
      </p:sp>
      <p:sp>
        <p:nvSpPr>
          <p:cNvPr id="34" name="Oval 33"/>
          <p:cNvSpPr/>
          <p:nvPr/>
        </p:nvSpPr>
        <p:spPr>
          <a:xfrm>
            <a:off x="10652760" y="2743200"/>
            <a:ext cx="502920" cy="50292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52760" y="28620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Módulos implementados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Mapa funcional de la aplicación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265176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73152" cy="429768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380744"/>
            <a:ext cx="2322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rial"/>
              </a:rPr>
              <a:t>Acceso y resumen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737360"/>
            <a:ext cx="2322576" cy="3730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Arial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" y="1874519"/>
            <a:ext cx="2121408" cy="65836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842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Login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3113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>
                <a:solidFill>
                  <a:srgbClr val="64748B"/>
                </a:solidFill>
                <a:latin typeface="Arial"/>
              </a:rPr>
              <a:t>Acceso y sesión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" y="2715768"/>
            <a:ext cx="2121408" cy="65836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82549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072384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>
                <a:solidFill>
                  <a:srgbClr val="64748B"/>
                </a:solidFill>
                <a:latin typeface="Arial"/>
              </a:rPr>
              <a:t>Indicadores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1234440"/>
            <a:ext cx="265176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20440" y="1234440"/>
            <a:ext cx="73152" cy="4297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1380744"/>
            <a:ext cx="2322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rial"/>
              </a:rPr>
              <a:t>Gestión maestra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608" y="1737360"/>
            <a:ext cx="2322576" cy="3730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Arial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76472" y="1874519"/>
            <a:ext cx="2121408" cy="65836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0" y="19842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Productos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223113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>
                <a:solidFill>
                  <a:srgbClr val="64748B"/>
                </a:solidFill>
                <a:latin typeface="Arial"/>
              </a:rPr>
              <a:t>CRUD y catálogo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76472" y="2715768"/>
            <a:ext cx="2121408" cy="65836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282549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Inventario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072384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>
                <a:solidFill>
                  <a:srgbClr val="64748B"/>
                </a:solidFill>
                <a:latin typeface="Arial"/>
              </a:rPr>
              <a:t>Stock y movimientos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76472" y="3557015"/>
            <a:ext cx="2121408" cy="65836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0" y="366674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Clientes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3913631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>
                <a:solidFill>
                  <a:srgbClr val="64748B"/>
                </a:solidFill>
                <a:latin typeface="Arial"/>
              </a:rPr>
              <a:t>Registro y consulta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5080" y="1234440"/>
            <a:ext cx="265176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55080" y="1234440"/>
            <a:ext cx="73152" cy="4297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56248" y="1380744"/>
            <a:ext cx="2322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rial"/>
              </a:rPr>
              <a:t>Operación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6248" y="1737360"/>
            <a:ext cx="2322576" cy="3730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Arial"/>
              </a:rPr>
              <a:t/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11112" y="1874519"/>
            <a:ext cx="2121408" cy="65836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19842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Pedidos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223113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>
                <a:solidFill>
                  <a:srgbClr val="64748B"/>
                </a:solidFill>
                <a:latin typeface="Arial"/>
              </a:rPr>
              <a:t>Detalle y totales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11112" y="2715768"/>
            <a:ext cx="2121408" cy="65836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0" y="282549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Ventas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3072384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>
                <a:solidFill>
                  <a:srgbClr val="64748B"/>
                </a:solidFill>
                <a:latin typeface="Arial"/>
              </a:rPr>
              <a:t>Comprobante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89720" y="1234440"/>
            <a:ext cx="265176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89720" y="1234440"/>
            <a:ext cx="73152" cy="42976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90888" y="1380744"/>
            <a:ext cx="2322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rial"/>
              </a:rPr>
              <a:t>Análisis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90888" y="1737360"/>
            <a:ext cx="2322576" cy="3730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Arial"/>
              </a:rPr>
              <a:t/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445752" y="1874519"/>
            <a:ext cx="2121408" cy="658368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01200" y="19842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Arial"/>
              </a:rPr>
              <a:t>Reportes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0" y="223113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>
                <a:solidFill>
                  <a:srgbClr val="64748B"/>
                </a:solidFill>
                <a:latin typeface="Arial"/>
              </a:rPr>
              <a:t>Métricas operativas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Patrón arquitectónico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Arquitectura en capas + MVC/REST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234440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234440"/>
            <a:ext cx="73152" cy="749808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344168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Presentación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1591056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Angular SPA: rutas, componentes, formularios, signals y servicios HTTP.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121408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121408"/>
            <a:ext cx="7315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231136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Controladores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478024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REST Controllers reciben solicitudes y responden JSON.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008376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008376"/>
            <a:ext cx="73152" cy="7498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3118104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Servicios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336499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Reglas de negocio: pedidos, stock, totales, ventas y validaciones.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895344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895344"/>
            <a:ext cx="73152" cy="7498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4005072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Repositorios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4251959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Spring Data JPA encapsula acceso a MySQL.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82312"/>
            <a:ext cx="57607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782312"/>
            <a:ext cx="73152" cy="7498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4892040"/>
            <a:ext cx="5440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rial"/>
              </a:rPr>
              <a:t>Modelo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5138927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Arial"/>
              </a:rPr>
              <a:t>Entidades relacionadas representan el dominio de Chompas Mabel.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95160" y="1234440"/>
            <a:ext cx="443484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0920" y="16002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rial"/>
              </a:rPr>
              <a:t>Por qué se eligió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2148840"/>
            <a:ext cx="3657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Separa responsabilidades por capa.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Facilita mantenimiento y pruebas.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Permite escalar frontend y backend por separado.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Centraliza reglas de negocio en servicios.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Hace clara la sustentación técnica.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897880"/>
            <a:ext cx="10652760" cy="411480"/>
          </a:xfrm>
          <a:prstGeom prst="roundRect">
            <a:avLst/>
          </a:prstGeom>
          <a:solidFill>
            <a:srgbClr val="F0F9FF"/>
          </a:solidFill>
          <a:ln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989320"/>
            <a:ext cx="10149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Arial"/>
              </a:rPr>
              <a:t>Este patrón evita mezclar interfaz, reglas de negocio y persistencia en un solo lugar.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Arquitectura de desarrollo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Angular + Spring Boot + MySQL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005839"/>
            <a:ext cx="10927080" cy="44805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quitectura_soft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51560"/>
            <a:ext cx="10835640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4155"/>
                </a:solidFill>
              </a:defRPr>
            </a:pPr>
            <a:r>
              <a:t>SPA Angular consume endpoints REST; Spring Boot aplica reglas de negocio; MySQL conserva datos relaciónales.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Mapa de navegación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Jerarquía de pantallas y submódulos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914400"/>
            <a:ext cx="112928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naveg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60120"/>
            <a:ext cx="1120140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Aplicación implementada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Login y dashboard ejecutándose en localhost:4200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051560"/>
            <a:ext cx="539495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in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5303520" cy="2971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142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Login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51560"/>
            <a:ext cx="539495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097280"/>
            <a:ext cx="5303520" cy="2971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4142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006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Las capturas son reales, tomadas desde la aplicación Angular conectada al backend.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Gestión maestra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Productos, inventario y clientes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005839"/>
            <a:ext cx="3703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oductos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3611880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3273552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Productos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005839"/>
            <a:ext cx="3703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ientes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051560"/>
            <a:ext cx="3611880" cy="2148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97680" y="3273552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Clientes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005839"/>
            <a:ext cx="3703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ashboard_w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051560"/>
            <a:ext cx="3611880" cy="2148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92440" y="3273552"/>
            <a:ext cx="3611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Inventario / resumen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572000"/>
            <a:ext cx="107899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572000"/>
            <a:ext cx="73152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736592"/>
            <a:ext cx="10469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Evidencia funcional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074920"/>
            <a:ext cx="1046988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Los módulos incluyen formularios, validaciones, listados y datos cargados desde servicios HTTP.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Operación comercial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Pedidos, ventas y reportes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4924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edidos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5257800" cy="2971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187952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Pedidos / ventas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97280"/>
            <a:ext cx="534924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portes_w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5257800" cy="2971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4187952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Reportes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9204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El flujo operativo relacióna cliente, pedido, detalle, producto, inventario y venta.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Base de datos física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Modelo ER, schema.sql y evidencia MySQL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978408"/>
            <a:ext cx="534924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delo_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24128"/>
            <a:ext cx="525780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754880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Modelo entidad-relación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978408"/>
            <a:ext cx="534924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videncia_mysql_do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24128"/>
            <a:ext cx="5257800" cy="3657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4754880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Arial"/>
              </a:rPr>
              <a:t>MySQL en Docker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86400"/>
            <a:ext cx="1042416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486400"/>
            <a:ext cx="73152" cy="64008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5650992"/>
            <a:ext cx="10104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Aclaracion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5989320"/>
            <a:ext cx="1010412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>
                <a:solidFill>
                  <a:srgbClr val="334155"/>
                </a:solidFill>
                <a:latin typeface="Arial"/>
              </a:rPr>
              <a:t>Docker demuestra ejecución; la base física se sustenta con schema.sql, tablas, PK, FK, restricciones y datos iniciales.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API REST y validaciónes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Endpoints principales y reglas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234440"/>
            <a:ext cx="3246120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234440"/>
            <a:ext cx="73152" cy="27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38074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Productos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1737360"/>
            <a:ext cx="2916936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GET /api/productos
POST /api/productos
PUT /api/productos/{id}
DELETE /api/productos/{id}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234440"/>
            <a:ext cx="3246120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1234440"/>
            <a:ext cx="73152" cy="2743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138074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Clientes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1737360"/>
            <a:ext cx="2916936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GET /api/clientes
POST /api/clientes
Correo válido
Nombre mínimo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234440"/>
            <a:ext cx="3246120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234440"/>
            <a:ext cx="73152" cy="2743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8" y="138074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rial"/>
              </a:rPr>
              <a:t>Pedidos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1737360"/>
            <a:ext cx="2916936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rial"/>
              </a:rPr>
              <a:t>GET /api/pedidos
POST /api/pedidos
Detalle de productos
Descuento de stock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09160"/>
            <a:ext cx="516636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709160"/>
            <a:ext cx="73152" cy="9144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4855464"/>
            <a:ext cx="4837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Validaciónes Angular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5212080"/>
            <a:ext cx="4837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Arial"/>
              </a:rPr>
              <a:t>Campos obligatorios, correo válido, precio &gt;= 0, stock &gt;= 0 y nombre mínimo.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4709160"/>
            <a:ext cx="516636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4709160"/>
            <a:ext cx="73152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4855464"/>
            <a:ext cx="4837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Validaciónes Spring Boot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5212080"/>
            <a:ext cx="4837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Arial"/>
              </a:rPr>
              <a:t>DTOs con jakarta.validation y respuestas de error controladas.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Ejecución y replicación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Cómo levantar el proyecto en otra PC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61872"/>
            <a:ext cx="4846320" cy="256032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Flujo para levantar el sistema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36192"/>
            <a:ext cx="5303520" cy="20116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880" b="0">
                <a:solidFill>
                  <a:srgbClr val="475569"/>
                </a:solidFill>
                <a:latin typeface="Aptos"/>
              </a:rPr>
              <a:t>Comandos principales para replicar desde GitHub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15568" y="1901952"/>
            <a:ext cx="32004" cy="30632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1828800"/>
            <a:ext cx="420624" cy="420624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901952"/>
            <a:ext cx="420624" cy="164592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1819656"/>
            <a:ext cx="4526280" cy="24688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Clonar repositorio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36192" y="2139696"/>
            <a:ext cx="4526280" cy="347472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64208" y="2221992"/>
            <a:ext cx="4279392" cy="146304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860" b="0">
                <a:solidFill>
                  <a:srgbClr val="475569"/>
                </a:solidFill>
                <a:latin typeface="Consolas"/>
              </a:rPr>
              <a:t>git clone https://github.com/DiegoA199/Chompas_Mabel.git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2633472"/>
            <a:ext cx="420624" cy="42062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2706624"/>
            <a:ext cx="420624" cy="164592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2624328"/>
            <a:ext cx="4526280" cy="24688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Levantar MySQL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36192" y="2944368"/>
            <a:ext cx="4526280" cy="347472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64208" y="3026664"/>
            <a:ext cx="4279392" cy="146304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860" b="0">
                <a:solidFill>
                  <a:srgbClr val="475569"/>
                </a:solidFill>
                <a:latin typeface="Consolas"/>
              </a:rPr>
              <a:t>docker compose up -d mysql</a:t>
            </a:r>
          </a:p>
        </p:txBody>
      </p:sp>
      <p:sp>
        <p:nvSpPr>
          <p:cNvPr id="21" name="Oval 20"/>
          <p:cNvSpPr/>
          <p:nvPr/>
        </p:nvSpPr>
        <p:spPr>
          <a:xfrm>
            <a:off x="932688" y="3438144"/>
            <a:ext cx="420624" cy="420624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511296"/>
            <a:ext cx="420624" cy="164592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36192" y="3429000"/>
            <a:ext cx="4526280" cy="24688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Ejecutar backend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36192" y="3749039"/>
            <a:ext cx="4526280" cy="347472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4208" y="3831335"/>
            <a:ext cx="4279392" cy="146304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860" b="0">
                <a:solidFill>
                  <a:srgbClr val="475569"/>
                </a:solidFill>
                <a:latin typeface="Consolas"/>
              </a:rPr>
              <a:t>cd backend-springboot &amp;&amp; mvn spring-boot:run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4242816"/>
            <a:ext cx="420624" cy="420624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4315968"/>
            <a:ext cx="420624" cy="164592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4233672"/>
            <a:ext cx="4526280" cy="24688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Ejecutar frontend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36192" y="4553712"/>
            <a:ext cx="4526280" cy="347472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64208" y="4636007"/>
            <a:ext cx="4279392" cy="146304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860" b="0">
                <a:solidFill>
                  <a:srgbClr val="475569"/>
                </a:solidFill>
                <a:latin typeface="Consolas"/>
              </a:rPr>
              <a:t>cd frontend-angular &amp;&amp; npm install &amp;&amp; npm start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1261872"/>
            <a:ext cx="48006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46520" y="1261872"/>
            <a:ext cx="73152" cy="1783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1426463"/>
            <a:ext cx="4389120" cy="256032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Requisitos de la PC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48272" y="1737360"/>
            <a:ext cx="685800" cy="256032"/>
          </a:xfrm>
          <a:prstGeom prst="roundRect">
            <a:avLst>
              <a:gd name="adj" fmla="val 18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84848" y="1787651"/>
            <a:ext cx="603504" cy="10972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Java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71231" y="1728216"/>
            <a:ext cx="3291840" cy="164592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969" b="1">
                <a:solidFill>
                  <a:srgbClr val="0F172A"/>
                </a:solidFill>
                <a:latin typeface="Aptos"/>
              </a:rPr>
              <a:t>Java 21 + Maven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71231" y="1929384"/>
            <a:ext cx="3291840" cy="146304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Compila y ejecuta Spring Boot.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48272" y="2167128"/>
            <a:ext cx="685800" cy="256032"/>
          </a:xfrm>
          <a:prstGeom prst="roundRect">
            <a:avLst>
              <a:gd name="adj" fmla="val 18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84848" y="2217420"/>
            <a:ext cx="603504" cy="10972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Node.js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71231" y="2157984"/>
            <a:ext cx="3291840" cy="164592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969" b="1">
                <a:solidFill>
                  <a:srgbClr val="0F172A"/>
                </a:solidFill>
                <a:latin typeface="Aptos"/>
              </a:rPr>
              <a:t>Node.js + npm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71231" y="2359152"/>
            <a:ext cx="3291840" cy="146304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Instala y arranca Angular.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48272" y="2596896"/>
            <a:ext cx="685800" cy="256032"/>
          </a:xfrm>
          <a:prstGeom prst="roundRect">
            <a:avLst>
              <a:gd name="adj" fmla="val 1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84848" y="2647188"/>
            <a:ext cx="603504" cy="10972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ctr"/>
            <a:r>
              <a:rPr sz="720" b="1">
                <a:solidFill>
                  <a:srgbClr val="FFFFFF"/>
                </a:solidFill>
                <a:latin typeface="Aptos"/>
              </a:rPr>
              <a:t>Docker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71231" y="2587752"/>
            <a:ext cx="3291840" cy="164592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969" b="1">
                <a:solidFill>
                  <a:srgbClr val="0F172A"/>
                </a:solidFill>
                <a:latin typeface="Aptos"/>
              </a:rPr>
              <a:t>Docker Desktop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71231" y="2788920"/>
            <a:ext cx="3291840" cy="146304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  <a:latin typeface="Aptos"/>
              </a:rPr>
              <a:t>Levanta MySQL con la base inicial.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46520" y="3310128"/>
            <a:ext cx="4800600" cy="2029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46520" y="3310128"/>
            <a:ext cx="73152" cy="20299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3474720"/>
            <a:ext cx="4389120" cy="256032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Validación rápida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8272" y="3758184"/>
            <a:ext cx="914400" cy="15544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880" b="1">
                <a:solidFill>
                  <a:srgbClr val="0F172A"/>
                </a:solidFill>
                <a:latin typeface="Aptos"/>
              </a:rPr>
              <a:t>Frontend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35240" y="3758184"/>
            <a:ext cx="3429000" cy="15544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  <a:latin typeface="Consolas"/>
              </a:rPr>
              <a:t>http://localhost:4200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48272" y="4087368"/>
            <a:ext cx="914400" cy="15544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880" b="1">
                <a:solidFill>
                  <a:srgbClr val="0F172A"/>
                </a:solidFill>
                <a:latin typeface="Aptos"/>
              </a:rPr>
              <a:t>Backend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5240" y="4087368"/>
            <a:ext cx="3429000" cy="15544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  <a:latin typeface="Consolas"/>
              </a:rPr>
              <a:t>http://localhost:8080/api/productos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8272" y="4416552"/>
            <a:ext cx="914400" cy="15544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880" b="1">
                <a:solidFill>
                  <a:srgbClr val="0F172A"/>
                </a:solidFill>
                <a:latin typeface="Aptos"/>
              </a:rPr>
              <a:t>MySQL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35240" y="4416552"/>
            <a:ext cx="3429000" cy="15544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  <a:latin typeface="Consolas"/>
              </a:rPr>
              <a:t>localhost:3306 / chompas_mabel_db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48272" y="4745736"/>
            <a:ext cx="914400" cy="15544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880" b="1">
                <a:solidFill>
                  <a:srgbClr val="0F172A"/>
                </a:solidFill>
                <a:latin typeface="Aptos"/>
              </a:rPr>
              <a:t>Demo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35240" y="4745736"/>
            <a:ext cx="3429000" cy="155448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  <a:latin typeface="Aptos"/>
              </a:rPr>
              <a:t>admin@chompasmabel.com / admin123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7240" y="5742432"/>
            <a:ext cx="10469880" cy="4389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0120" y="5879592"/>
            <a:ext cx="10104120" cy="128016"/>
          </a:xfrm>
          <a:prstGeom prst="rect">
            <a:avLst/>
          </a:prstGeom>
          <a:noFill/>
        </p:spPr>
        <p:txBody>
          <a:bodyPr wrap="none" lIns="18288" rIns="18288" tIns="9144" bIns="9144" anchor="t">
            <a:spAutoFit/>
          </a:bodyPr>
          <a:lstStyle/>
          <a:p>
            <a:pPr algn="ctr"/>
            <a:r>
              <a:rPr sz="880" b="1">
                <a:solidFill>
                  <a:srgbClr val="2563EB"/>
                </a:solidFill>
                <a:latin typeface="Aptos"/>
              </a:rPr>
              <a:t>Entrega replicable: el repositorio contiene código, scripts SQL, Docker Compose, README y evidencias para sustentar la ejecución.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Calidad de implementación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Por qué se sostiene como producto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49834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41732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563624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Estructura limpia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1920240"/>
            <a:ext cx="4654296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frontend-angular, backend-springboot, database, Docker y README.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417320"/>
            <a:ext cx="49834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59" y="1417320"/>
            <a:ext cx="73152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7" y="1563624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Datos reales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7" y="1920240"/>
            <a:ext cx="4654296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Productos, clientes, pedidos, ventas e inventario con datos iniciales.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383280"/>
            <a:ext cx="49834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83280"/>
            <a:ext cx="73152" cy="14173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3529584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Responsive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3886200"/>
            <a:ext cx="4654296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Interfaz usable en escritorio y pantallas pequeñas.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59" y="3383280"/>
            <a:ext cx="498348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59" y="3383280"/>
            <a:ext cx="73152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7" y="3529584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rial"/>
              </a:rPr>
              <a:t>Trazabilidad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7" y="3886200"/>
            <a:ext cx="4654296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Pedido genera detalle, movimiento de inventario y venta relaciónada.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806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369A1"/>
                </a:solidFill>
                <a:latin typeface="Arial"/>
              </a:rPr>
              <a:t>La implementación cubre una cadena completa: interfaz, API, reglas de negocio, persistencia y evidencia de ejecución.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13232"/>
            <a:ext cx="9326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Arial"/>
              </a:rPr>
              <a:t>Resultado final del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Arial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24128"/>
            <a:ext cx="11155680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170432"/>
            <a:ext cx="498348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170432"/>
            <a:ext cx="73152" cy="9601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316736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Producto funcional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1673352"/>
            <a:ext cx="46542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Arial"/>
              </a:rPr>
              <a:t>No es solo prototipo: la app conecta frontend, backend y datos.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170432"/>
            <a:ext cx="498348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59" y="1170432"/>
            <a:ext cx="73152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7" y="1316736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Arquitectura clara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7" y="1673352"/>
            <a:ext cx="46542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Arial"/>
              </a:rPr>
              <a:t>Capas separadas fácilitan explicar y mantener el sistema.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87752"/>
            <a:ext cx="498348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87752"/>
            <a:ext cx="73152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734056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Base consistente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3090672"/>
            <a:ext cx="46542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Arial"/>
              </a:rPr>
              <a:t>Modelo relaciónal respalda productos, clientes, pedidos y ventas.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59" y="2587752"/>
            <a:ext cx="498348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59" y="2587752"/>
            <a:ext cx="73152" cy="9601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7" y="2734056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Replicable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7" y="3090672"/>
            <a:ext cx="46542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Arial"/>
              </a:rPr>
              <a:t>GitHub, Docker y README permiten levantarlo en otra PC.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005072"/>
            <a:ext cx="1051560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005072"/>
            <a:ext cx="73152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4151376"/>
            <a:ext cx="10186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rial"/>
              </a:rPr>
              <a:t>Listo para sustentar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507992"/>
            <a:ext cx="1018641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Arial"/>
              </a:rPr>
              <a:t>Informe y PPT reúnen evidencia técnica y visual.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Chompas Mabel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5544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  <a:latin typeface="Arial"/>
              </a:rPr>
              <a:t>Sistema Web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2316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Proyecto listo para demostración y sustentación técnica.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92040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Arial"/>
              </a:rPr>
              <a:t>Repositorio: github.com/DiegoA199/Chompas_Mabel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005840"/>
            <a:ext cx="3520440" cy="438912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2148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Gracias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788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E4E6"/>
                </a:solidFill>
                <a:latin typeface="Arial"/>
              </a:rPr>
              <a:t>Preguntas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
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0" y="-182880"/>
            <a:ext cx="5029200" cy="722376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26679" y="320040"/>
            <a:ext cx="3840480" cy="566928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w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097280"/>
            <a:ext cx="5166360" cy="29046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7315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Chompas Mabel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3258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BD5E1"/>
                </a:solidFill>
                <a:latin typeface="Arial"/>
              </a:rPr>
              <a:t>Sistema Web de Gestión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1965960"/>
            <a:ext cx="4846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rial"/>
              </a:rPr>
              <a:t>Gestión real de productos, inventario, clientes, pedidos, ventas y reportes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388620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BD5E1"/>
                </a:solidFill>
                <a:latin typeface="Arial"/>
              </a:rPr>
              <a:t>Angular 21 + Spring Boot + MySQL + Docker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48920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E2E8F0"/>
                </a:solidFill>
                <a:latin typeface="Arial"/>
              </a:rPr>
              <a:t>Integrantes: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5230368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E2E8F0"/>
                </a:solidFill>
                <a:latin typeface="Arial"/>
              </a:rPr>
              <a:t>ANGULO GONZALES Diego Gabriel
CRUZ SALAZAR Jorge Luis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59893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Ingenieria Web - 2026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Problema y solución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13232"/>
            <a:ext cx="9326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Arial"/>
              </a:rPr>
              <a:t>Contexto del proyecto y oportunidad de mejora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Arial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24128"/>
            <a:ext cx="11155680" cy="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" y="1234440"/>
            <a:ext cx="3429000" cy="1828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234440"/>
            <a:ext cx="73152" cy="18288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1399032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Problema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1737360"/>
            <a:ext cx="31089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Registros manuales, control limitado de stock, poca trazabilidad de pedidos y dificultad para generar reportes operativos.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234440"/>
            <a:ext cx="3429000" cy="1828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234440"/>
            <a:ext cx="73152" cy="1828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4568" y="1399032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Solución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1737360"/>
            <a:ext cx="31089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Aplicación web conectada de extremo a extremo: Angular consume una API REST Spring Boot con persistencia MySQL.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234440"/>
            <a:ext cx="3429000" cy="1828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234440"/>
            <a:ext cx="73152" cy="18288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1399032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Resultado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1737360"/>
            <a:ext cx="31089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Sistema funcional para sustentar: datos iniciales, validaciones, relaciónes, reportes y ejecución replicable con Docker.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79476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334155"/>
                </a:solidFill>
              </a:defRPr>
            </a:pPr>
            <a:r>
              <a:t>El sistema centraliza informacion de productos, clientes, pedidos y ventas.</a:t>
            </a:r>
          </a:p>
          <a:p>
            <a:pPr>
              <a:spcAft>
                <a:spcPts val="500"/>
              </a:spcAft>
              <a:defRPr sz="1600">
                <a:solidFill>
                  <a:srgbClr val="334155"/>
                </a:solidFill>
              </a:defRPr>
            </a:pPr>
            <a:r>
              <a:t>Cada módulo responde a una tarea real de la empresa.</a:t>
            </a:r>
          </a:p>
          <a:p>
            <a:pPr>
              <a:spcAft>
                <a:spcPts val="500"/>
              </a:spcAft>
              <a:defRPr sz="1600">
                <a:solidFill>
                  <a:srgbClr val="334155"/>
                </a:solidFill>
              </a:defRPr>
            </a:pPr>
            <a:r>
              <a:t>La estructura del proyecto permite replicarlo en otra PC desde GitHub.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Objetivos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13232"/>
            <a:ext cx="9326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Arial"/>
              </a:rPr>
              <a:t>Qué busca resolver el sistema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Arial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24128"/>
            <a:ext cx="11155680" cy="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143000"/>
            <a:ext cx="1097280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143000"/>
            <a:ext cx="73152" cy="10515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307592"/>
            <a:ext cx="10652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Objetivo general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1645920"/>
            <a:ext cx="10652760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Implementar un sistema web de gestión para Chompas Mabel que conecte frontend, backend y base de datos para administrar procesos comerciales.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606040"/>
            <a:ext cx="251460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606040"/>
            <a:ext cx="73152" cy="224028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27706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Frontend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7" y="3108960"/>
            <a:ext cx="2194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Angular 21, Bootstrap, rutas, servicios HTTP, signals y formularios reactivos.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2606040"/>
            <a:ext cx="251460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29000" y="2606040"/>
            <a:ext cx="73152" cy="22402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30168" y="27706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Backend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0168" y="3108960"/>
            <a:ext cx="2194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Java 21, Spring Boot, API REST, servicios, repositorios, DTOs y validaciones.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2606040"/>
            <a:ext cx="251460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2606040"/>
            <a:ext cx="73152" cy="22402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27706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Base de datos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3108960"/>
            <a:ext cx="2194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MySQL con tablas, relaciónes, claves primarias, claves foráneas y datos iniciales.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6839" y="2606040"/>
            <a:ext cx="251460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06839" y="2606040"/>
            <a:ext cx="73152" cy="22402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08007" y="27706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Entrega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08007" y="3108960"/>
            <a:ext cx="2194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README, Docker Compose, informe, PPT y evidencia de ejecución.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Módulos implementados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13232"/>
            <a:ext cx="9326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Arial"/>
              </a:rPr>
              <a:t>Cobertura funcional de la aplicación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24128"/>
            <a:ext cx="11155680" cy="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1234440"/>
            <a:ext cx="246888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234440"/>
            <a:ext cx="73152" cy="141732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1399032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Login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1737360"/>
            <a:ext cx="2148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Acceso y sesión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1234440"/>
            <a:ext cx="246888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74720" y="1234440"/>
            <a:ext cx="73152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75887" y="1399032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Dashboard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5887" y="1737360"/>
            <a:ext cx="2148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Indicadores generales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234440"/>
            <a:ext cx="246888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234440"/>
            <a:ext cx="73152" cy="141732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4807" y="1399032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Productos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4807" y="1737360"/>
            <a:ext cx="2148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CRUD y catálogo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59" y="1234440"/>
            <a:ext cx="246888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52559" y="1234440"/>
            <a:ext cx="73152" cy="14173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53728" y="1399032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Inventario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3728" y="1737360"/>
            <a:ext cx="2148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Stock y movimientos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3291840"/>
            <a:ext cx="246888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5800" y="3291840"/>
            <a:ext cx="73152" cy="1417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6968" y="3456432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Clientes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" y="3794760"/>
            <a:ext cx="2148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Registro y consulta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74720" y="3291840"/>
            <a:ext cx="246888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474720" y="3291840"/>
            <a:ext cx="73152" cy="141732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75887" y="3456432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Pedidos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75887" y="3794760"/>
            <a:ext cx="2148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Detalle y totales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63640" y="3291840"/>
            <a:ext cx="246888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63640" y="3291840"/>
            <a:ext cx="73152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64807" y="3456432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Ventas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64807" y="3794760"/>
            <a:ext cx="2148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Comprobante y pedido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052559" y="3291840"/>
            <a:ext cx="246888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052559" y="3291840"/>
            <a:ext cx="73152" cy="14173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253728" y="3456432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Reportes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53728" y="3794760"/>
            <a:ext cx="2148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Métricas operativas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Patrón arquitectónico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13232"/>
            <a:ext cx="9326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Arial"/>
              </a:rPr>
              <a:t>Arquitectura en capas + MVC/REST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Arial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24128"/>
            <a:ext cx="11155680" cy="127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234440"/>
            <a:ext cx="57607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234440"/>
            <a:ext cx="73152" cy="749808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1344168"/>
            <a:ext cx="5440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rial"/>
              </a:rPr>
              <a:t>Presentación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1591056"/>
            <a:ext cx="5440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Arial"/>
              </a:rPr>
              <a:t>Angular SPA: rutas, componentes, formularios, signals y servicios HTTP.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121408"/>
            <a:ext cx="57607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121408"/>
            <a:ext cx="73152" cy="7498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2231136"/>
            <a:ext cx="5440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rial"/>
              </a:rPr>
              <a:t>Controladores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" y="2478024"/>
            <a:ext cx="5440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Arial"/>
              </a:rPr>
              <a:t>REST Controllers reciben solicitudes y responden JSON.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008376"/>
            <a:ext cx="57607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008376"/>
            <a:ext cx="73152" cy="74980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8" y="3118104"/>
            <a:ext cx="5440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rial"/>
              </a:rPr>
              <a:t>Servicios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8" y="3364992"/>
            <a:ext cx="5440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Arial"/>
              </a:rPr>
              <a:t>Reglas de negocio: pedidos, stock, totales, ventas y validaciones.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895344"/>
            <a:ext cx="57607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3895344"/>
            <a:ext cx="73152" cy="74980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" y="4005072"/>
            <a:ext cx="5440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rial"/>
              </a:rPr>
              <a:t>Repositorios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" y="4251959"/>
            <a:ext cx="5440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Arial"/>
              </a:rPr>
              <a:t>Spring Data JPA encapsula acceso a MySQL.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4782312"/>
            <a:ext cx="57607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7240" y="4782312"/>
            <a:ext cx="73152" cy="74980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8408" y="4892040"/>
            <a:ext cx="5440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rial"/>
              </a:rPr>
              <a:t>Modelo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" y="5138927"/>
            <a:ext cx="5440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Arial"/>
              </a:rPr>
              <a:t>Entidades relacionadas representan el dominio de Chompas Mabel.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95160" y="1234440"/>
            <a:ext cx="443484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60920" y="160020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rial"/>
              </a:rPr>
              <a:t>Por qué se eligió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60920" y="2148840"/>
            <a:ext cx="36576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334155"/>
                </a:solidFill>
              </a:defRPr>
            </a:pPr>
            <a:r>
              <a:t>Separa responsabilidades por capa.</a:t>
            </a:r>
          </a:p>
          <a:p>
            <a:pPr>
              <a:spcAft>
                <a:spcPts val="700"/>
              </a:spcAft>
              <a:defRPr sz="1300">
                <a:solidFill>
                  <a:srgbClr val="334155"/>
                </a:solidFill>
              </a:defRPr>
            </a:pPr>
            <a:r>
              <a:t>Facilita mantenimiento y pruebas.</a:t>
            </a:r>
          </a:p>
          <a:p>
            <a:pPr>
              <a:spcAft>
                <a:spcPts val="700"/>
              </a:spcAft>
              <a:defRPr sz="1300">
                <a:solidFill>
                  <a:srgbClr val="334155"/>
                </a:solidFill>
              </a:defRPr>
            </a:pPr>
            <a:r>
              <a:t>Permite escalar frontend y backend por separado.</a:t>
            </a:r>
          </a:p>
          <a:p>
            <a:pPr>
              <a:spcAft>
                <a:spcPts val="700"/>
              </a:spcAft>
              <a:defRPr sz="1300">
                <a:solidFill>
                  <a:srgbClr val="334155"/>
                </a:solidFill>
              </a:defRPr>
            </a:pPr>
            <a:r>
              <a:t>Centraliza reglas de negocio en servicios.</a:t>
            </a:r>
          </a:p>
          <a:p>
            <a:pPr>
              <a:spcAft>
                <a:spcPts val="700"/>
              </a:spcAft>
              <a:defRPr sz="1300">
                <a:solidFill>
                  <a:srgbClr val="334155"/>
                </a:solidFill>
              </a:defRPr>
            </a:pPr>
            <a:r>
              <a:t>Hace clara la sustentación técnica.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" y="5897880"/>
            <a:ext cx="10652760" cy="411480"/>
          </a:xfrm>
          <a:prstGeom prst="roundRect">
            <a:avLst/>
          </a:prstGeom>
          <a:solidFill>
            <a:srgbClr val="F0F9FF"/>
          </a:solidFill>
          <a:ln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5989320"/>
            <a:ext cx="10149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369A1"/>
                </a:solidFill>
                <a:latin typeface="Arial"/>
              </a:rPr>
              <a:t>Este patrón evita mezclar interfaz, reglas de negocio y persistencia en un solo lugar.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Arquitectura de desarrollo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13232"/>
            <a:ext cx="9326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Arial"/>
              </a:rPr>
              <a:t>Angular + Spring Boot + MySQL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Arial"/>
              </a:rPr>
              <a:t>06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24128"/>
            <a:ext cx="11155680" cy="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005839"/>
            <a:ext cx="10927080" cy="448055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rquitectura_softw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51560"/>
            <a:ext cx="10835640" cy="4389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56235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334155"/>
                </a:solidFill>
              </a:defRPr>
            </a:pPr>
            <a:r>
              <a:t>SPA Angular consume endpoints REST; Spring Boot aplica reglas de negocio; MySQL conserva datos relaciónales.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Mapa de navegación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13232"/>
            <a:ext cx="9326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Arial"/>
              </a:rPr>
              <a:t>Jerarquía de pantallas y submódulos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Arial"/>
              </a:rP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24128"/>
            <a:ext cx="11155680" cy="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914400"/>
            <a:ext cx="11292840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pa_naveg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960120"/>
            <a:ext cx="11201400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Aplicación implementada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13232"/>
            <a:ext cx="9326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Arial"/>
              </a:rPr>
              <a:t>Login y dashboard ejecutándose en localhost:4200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24128"/>
            <a:ext cx="11155680" cy="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051560"/>
            <a:ext cx="5394959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in_w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97280"/>
            <a:ext cx="5303520" cy="2971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4142232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Arial"/>
              </a:rPr>
              <a:t>Login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051560"/>
            <a:ext cx="5394959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ashboard_we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097280"/>
            <a:ext cx="5303520" cy="2971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63640" y="4142232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Arial"/>
              </a:rPr>
              <a:t>Dashboard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8006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Las capturas son reales, tomadas desde la aplicación Angular conectada al backend.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Gestión maestra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13232"/>
            <a:ext cx="9326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Arial"/>
              </a:rPr>
              <a:t>Productos, inventario y clientes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Arial"/>
              </a:rPr>
              <a:t>09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24128"/>
            <a:ext cx="11155680" cy="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005839"/>
            <a:ext cx="37033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oductos_w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51560"/>
            <a:ext cx="3611880" cy="2148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3273552"/>
            <a:ext cx="3611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Arial"/>
              </a:rPr>
              <a:t>Productos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005839"/>
            <a:ext cx="37033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lientes_we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051560"/>
            <a:ext cx="3611880" cy="21488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97680" y="3273552"/>
            <a:ext cx="3611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Arial"/>
              </a:rPr>
              <a:t>Clientes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1005839"/>
            <a:ext cx="37033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ashboard_we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0" y="1051560"/>
            <a:ext cx="3611880" cy="21488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092440" y="3273552"/>
            <a:ext cx="3611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Arial"/>
              </a:rPr>
              <a:t>Inventario / resumen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572000"/>
            <a:ext cx="1078992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4572000"/>
            <a:ext cx="73152" cy="8686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4736592"/>
            <a:ext cx="10469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Evidencia funcional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5074920"/>
            <a:ext cx="10469880" cy="27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Los módulos incluyen formularios, validaciones, listados y datos cargados desde servicios HTTP.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Operación comercial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13232"/>
            <a:ext cx="9326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Arial"/>
              </a:rPr>
              <a:t>Pedidos, ventas y reportes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Arial"/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24128"/>
            <a:ext cx="11155680" cy="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097280"/>
            <a:ext cx="534924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edidos_w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143000"/>
            <a:ext cx="5257800" cy="2971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4187952"/>
            <a:ext cx="5257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Arial"/>
              </a:rPr>
              <a:t>Pedidos / ventas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097280"/>
            <a:ext cx="534924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eportes_we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143000"/>
            <a:ext cx="5257800" cy="2971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09360" y="4187952"/>
            <a:ext cx="5257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Arial"/>
              </a:rPr>
              <a:t>Reportes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892040"/>
            <a:ext cx="106070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El flujo operativo relacióna cliente, pedido, detalle, producto, inventario y venta.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Base de datos física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13232"/>
            <a:ext cx="9326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Arial"/>
              </a:rPr>
              <a:t>Modelo ER, schema.sql y evidencia MySQL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Arial"/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24128"/>
            <a:ext cx="11155680" cy="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978408"/>
            <a:ext cx="534924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odelo_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24128"/>
            <a:ext cx="5257800" cy="3657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4754880"/>
            <a:ext cx="5257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Arial"/>
              </a:rPr>
              <a:t>Modelo entidad-relación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978408"/>
            <a:ext cx="534924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evidencia_mysql_dock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024128"/>
            <a:ext cx="5257800" cy="3657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72200" y="4754880"/>
            <a:ext cx="5257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Arial"/>
              </a:rPr>
              <a:t>MySQL en Docker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486400"/>
            <a:ext cx="10424160" cy="640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5486400"/>
            <a:ext cx="73152" cy="64008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8408" y="5650992"/>
            <a:ext cx="10104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Aclaracion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8" y="5989320"/>
            <a:ext cx="10104120" cy="45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Docker demuestra ejecución; la base física se sustenta con schema.sql, tablas, PK, FK, restricciones y datos iniciales.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API REST y validaciones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13232"/>
            <a:ext cx="9326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Arial"/>
              </a:rPr>
              <a:t>Endpoints solicitados y reglas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Arial"/>
              </a:rP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24128"/>
            <a:ext cx="11155680" cy="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097280"/>
            <a:ext cx="3383280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097280"/>
            <a:ext cx="73152" cy="2011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261872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Productos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1600200"/>
            <a:ext cx="30632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GET /api/productos
POST /api/productos
PUT /api/productos/{id}
DELETE /api/productos/{id}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1097280"/>
            <a:ext cx="3383280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1097280"/>
            <a:ext cx="73152" cy="20116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7" y="1261872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Clientes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7" y="1600200"/>
            <a:ext cx="30632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GET /api/clientes
POST /api/clientes
Validación de nombre y correo.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097280"/>
            <a:ext cx="3383280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1097280"/>
            <a:ext cx="73152" cy="20116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9328" y="1261872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Pedidos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8" y="1600200"/>
            <a:ext cx="30632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GET /api/pedidos
POST /api/pedidos
Calcula total, detalle, venta y stock.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886200"/>
            <a:ext cx="10789920" cy="1143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3886200"/>
            <a:ext cx="73152" cy="1143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4050791"/>
            <a:ext cx="10469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Validaciones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4389120"/>
            <a:ext cx="10469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Angular valida campos obligatorios, correo, precio, stock y longitud mínima. Spring Boot valida DTOs con jakarta.validation y maneja errores REST.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Ejecución y replicación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13232"/>
            <a:ext cx="9326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Arial"/>
              </a:rPr>
              <a:t>Cómo levantar el proyecto en otra PC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Arial"/>
              </a:rPr>
              <a:t>13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24128"/>
            <a:ext cx="11155680" cy="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1234440"/>
            <a:ext cx="1033272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400" y="1234440"/>
            <a:ext cx="73152" cy="6858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1399032"/>
            <a:ext cx="10012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Paso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1737360"/>
            <a:ext cx="10012680" cy="91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git clone https://github.com/DiegoA199/Chompas_Mabel.git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2194560"/>
            <a:ext cx="1033272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2194560"/>
            <a:ext cx="73152" cy="685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5568" y="2359152"/>
            <a:ext cx="10012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Paso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2697480"/>
            <a:ext cx="10012680" cy="91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docker compose up -d mysql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154680"/>
            <a:ext cx="1033272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3154680"/>
            <a:ext cx="73152" cy="6858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5568" y="3319272"/>
            <a:ext cx="10012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Paso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3657600"/>
            <a:ext cx="10012680" cy="91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cd backend-springboot &amp;&amp; mvn spring-boot:run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4114800"/>
            <a:ext cx="1033272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4114800"/>
            <a:ext cx="73152" cy="6858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5568" y="4279392"/>
            <a:ext cx="10012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Paso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" y="4617720"/>
            <a:ext cx="10012680" cy="91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cd frontend-angular &amp;&amp; npm install &amp;&amp; npm start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5349240"/>
            <a:ext cx="1033272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400" y="5349240"/>
            <a:ext cx="73152" cy="6858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5568" y="5513831"/>
            <a:ext cx="10012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Credenciales demo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" y="5852159"/>
            <a:ext cx="10012680" cy="91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admin@chompasmabel.com / admin123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Calidad de implementación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13232"/>
            <a:ext cx="9326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Arial"/>
              </a:rPr>
              <a:t>Por qué se sostiene cómo producto real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Arial"/>
              </a:rPr>
              <a:t>14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24128"/>
            <a:ext cx="11155680" cy="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234440"/>
            <a:ext cx="489204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234440"/>
            <a:ext cx="73152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39903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Estructura limpia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173736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frontend-angular, backend-springboot, database, Docker y README.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234440"/>
            <a:ext cx="489204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234440"/>
            <a:ext cx="73152" cy="14173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9088" y="139903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Datos reales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173736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Productos, clientes, pedidos, ventas e inventario con datos iniciales.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291840"/>
            <a:ext cx="489204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3291840"/>
            <a:ext cx="73152" cy="141732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345643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Responsive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379476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Interfaz usable en escritorio y pantallas pequeñas.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3291840"/>
            <a:ext cx="489204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3291840"/>
            <a:ext cx="73152" cy="141732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345643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Trazabilidad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379476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Pedido genera detalle, movimiento de inventario y venta relaciónada.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Conclusiones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13232"/>
            <a:ext cx="9326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Arial"/>
              </a:rPr>
              <a:t>Resultado final del proyecto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Arial"/>
              </a:rPr>
              <a:t>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24128"/>
            <a:ext cx="11155680" cy="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234440"/>
            <a:ext cx="10424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334155"/>
                </a:solidFill>
              </a:defRPr>
            </a:pPr>
            <a:r>
              <a:t>Se implemento un sistema web funcional, no solo un prototipo visual.</a:t>
            </a:r>
          </a:p>
          <a:p>
            <a:pPr>
              <a:spcAft>
                <a:spcPts val="500"/>
              </a:spcAft>
              <a:defRPr sz="1800">
                <a:solidFill>
                  <a:srgbClr val="334155"/>
                </a:solidFill>
              </a:defRPr>
            </a:pPr>
            <a:r>
              <a:t>La arquitectura en capas permite explicar y mantener el proyecto con claridad.</a:t>
            </a:r>
          </a:p>
          <a:p>
            <a:pPr>
              <a:spcAft>
                <a:spcPts val="500"/>
              </a:spcAft>
              <a:defRPr sz="1800">
                <a:solidFill>
                  <a:srgbClr val="334155"/>
                </a:solidFill>
              </a:defRPr>
            </a:pPr>
            <a:r>
              <a:t>La base de datos relaciónal respalda correctamente productos, clientes, pedidos, ventas e inventario.</a:t>
            </a:r>
          </a:p>
          <a:p>
            <a:pPr>
              <a:spcAft>
                <a:spcPts val="500"/>
              </a:spcAft>
              <a:defRPr sz="1800">
                <a:solidFill>
                  <a:srgbClr val="334155"/>
                </a:solidFill>
              </a:defRPr>
            </a:pPr>
            <a:r>
              <a:t>Docker fácilita replicar MySQL y cargar la base chompas_mabel_db.</a:t>
            </a:r>
          </a:p>
          <a:p>
            <a:pPr>
              <a:spcAft>
                <a:spcPts val="500"/>
              </a:spcAft>
              <a:defRPr sz="1800">
                <a:solidFill>
                  <a:srgbClr val="334155"/>
                </a:solidFill>
              </a:defRPr>
            </a:pPr>
            <a:r>
              <a:t>El informe y la presentación incluyen evidencia técnica y visual para sustentación.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Chompas Mabel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55448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BD5E1"/>
                </a:solidFill>
                <a:latin typeface="Arial"/>
              </a:rPr>
              <a:t>Sistema Web de Gestión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423160"/>
            <a:ext cx="6583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"/>
              </a:rPr>
              <a:t>Proyecto listo para demostración y sustentación técnica.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892040"/>
            <a:ext cx="7589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Arial"/>
              </a:rPr>
              <a:t>Repositorio: github.com/DiegoA199/Chompas_Mabel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005840"/>
            <a:ext cx="3520440" cy="4389120"/>
          </a:xfrm>
          <a:prstGeom prst="round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66760" y="21488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Arial"/>
              </a:rPr>
              <a:t>Gracias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2788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FE4E6"/>
                </a:solidFill>
                <a:latin typeface="Arial"/>
              </a:rPr>
              <a:t>Preguntas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
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-182880"/>
            <a:ext cx="5029200" cy="722376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26679" y="320040"/>
            <a:ext cx="3840480" cy="566928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097280"/>
            <a:ext cx="5166360" cy="29046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7315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Chompas Mabel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BD5E1"/>
                </a:solidFill>
                <a:latin typeface="Arial"/>
              </a:rPr>
              <a:t>Sistema Web de Gestión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1965960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rial"/>
              </a:rPr>
              <a:t>Gestión real de productos, inventario, clientes, pedidos, ventas y reportes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8862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rial"/>
              </a:rPr>
              <a:t>Angular 21 + Spring Boot + MySQL + Docker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892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Arial"/>
              </a:rPr>
              <a:t>Presentado por: ANGULO GONZALES Diego Gabriel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23036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Arial"/>
              </a:rPr>
              <a:t>Colaborador: ______________________________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89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Ingenieria Web - 2026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Problema y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Contexto del proyecto y oportunidad de mejora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234440"/>
            <a:ext cx="34290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234440"/>
            <a:ext cx="73152" cy="18288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39903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1737360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Registros manuales, control limitado de stock, poca trazabilidad de pedidos y dificultad para generar reportes operativos.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234440"/>
            <a:ext cx="34290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234440"/>
            <a:ext cx="73152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139903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Solución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737360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Aplicación web conectada de extremo a extremo: Angular consume una API REST Spring Boot con persistencia MySQL.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234440"/>
            <a:ext cx="342900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34440"/>
            <a:ext cx="73152" cy="1828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139903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Resultado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1737360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Sistema funcional para sustentar: datos iniciales, validaciones, relaciónes, reportes y ejecución replicable con Docker.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947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334155"/>
                </a:solidFill>
              </a:defRPr>
            </a:pPr>
            <a:r>
              <a:t>El sistema centraliza informacion de productos, clientes, pedidos y ventas.</a:t>
            </a:r>
          </a:p>
          <a:p>
            <a:pPr>
              <a:spcAft>
                <a:spcPts val="500"/>
              </a:spcAft>
              <a:defRPr sz="1600">
                <a:solidFill>
                  <a:srgbClr val="334155"/>
                </a:solidFill>
              </a:defRPr>
            </a:pPr>
            <a:r>
              <a:t>Cada módulo responde a una tarea real de la empresa.</a:t>
            </a:r>
          </a:p>
          <a:p>
            <a:pPr>
              <a:spcAft>
                <a:spcPts val="500"/>
              </a:spcAft>
              <a:defRPr sz="1600">
                <a:solidFill>
                  <a:srgbClr val="334155"/>
                </a:solidFill>
              </a:defRPr>
            </a:pPr>
            <a:r>
              <a:t>La estructura del proyecto permite replicarlo en otra PC desde GitHub.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Objetivos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Qué busca resolver el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143000"/>
            <a:ext cx="109728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143000"/>
            <a:ext cx="73152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307592"/>
            <a:ext cx="10652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Objetivo general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1645920"/>
            <a:ext cx="106527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Implementar un sistema web de gestión para Chompas Mabel que conecte frontend, backend y base de datos para administrar procesos comerciales.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606040"/>
            <a:ext cx="251460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606040"/>
            <a:ext cx="73152" cy="224028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27706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Frontend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1089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Angular 21, Bootstrap, rutas, servicios HTTP, signals y formularios reactivos.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2606040"/>
            <a:ext cx="251460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2606040"/>
            <a:ext cx="73152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0168" y="27706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Backend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31089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Java 21, Spring Boot, API REST, servicios, repositorios, DTOs y validaciones.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606040"/>
            <a:ext cx="251460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2606040"/>
            <a:ext cx="73152" cy="22402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27706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Base de datos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31089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MySQL con tablas, relaciónes, claves primarias, claves foráneas y datos iniciales.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39" y="2606040"/>
            <a:ext cx="251460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39" y="2606040"/>
            <a:ext cx="73152" cy="2240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08007" y="27706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Entrega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08007" y="310896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README, Docker Compose, informe, PPT y evidencia de ejecución.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Módulos implementados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Cobertura funcional de la aplicación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34440"/>
            <a:ext cx="73152" cy="14173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3990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Login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7373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Acceso y sesión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2344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123444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7" y="13990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17373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Indicadores generales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2344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234440"/>
            <a:ext cx="73152" cy="1417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4807" y="13990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Productos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7" y="17373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CRUD y catálogo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59" y="12344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59" y="1234440"/>
            <a:ext cx="73152" cy="1417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3728" y="13990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Inventario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17373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Stock y movimientos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2918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3291840"/>
            <a:ext cx="73152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34564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Clientes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7947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Registro y consulta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74720" y="32918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74720" y="3291840"/>
            <a:ext cx="73152" cy="14173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5887" y="34564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Pedidos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75887" y="37947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Detalle y totales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2918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3640" y="329184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64807" y="34564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Ventas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4807" y="37947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Comprobante y pedido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59" y="3291840"/>
            <a:ext cx="2468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52559" y="3291840"/>
            <a:ext cx="73152" cy="1417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53728" y="3456432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Reportes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3728" y="379476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Métricas operativas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Patrón arquitectónico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Arquitectura en capas + MVC/REST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234440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234440"/>
            <a:ext cx="73152" cy="749808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344168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Presentación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1591056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Angular SPA: rutas, componentes, formularios, signals y servicios HTTP.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121408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121408"/>
            <a:ext cx="7315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231136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Controladores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2478024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REST Controllers reciben solicitudes y responden JSON.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008376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008376"/>
            <a:ext cx="73152" cy="7498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3118104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Servicios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336499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Reglas de negocio: pedidos, stock, totales, ventas y validaciones.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895344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895344"/>
            <a:ext cx="73152" cy="7498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4005072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Repositorios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4251959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Spring Data JPA encapsula acceso a MySQL.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782312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4782312"/>
            <a:ext cx="73152" cy="7498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" y="4892040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Modelo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5138927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Entidades relacionadas representan el dominio de Chompas Mabel.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95160" y="1234440"/>
            <a:ext cx="443484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0920" y="16002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Por qué se eligió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2148840"/>
            <a:ext cx="3657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Separa responsabilidades por capa.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Facilita mantenimiento y pruebas.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Permite escalar frontend y backend por separado.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Centraliza reglas de negocio en servicios.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Hace clara la sustentación técnica.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5897880"/>
            <a:ext cx="10652760" cy="411480"/>
          </a:xfrm>
          <a:prstGeom prst="roundRect">
            <a:avLst/>
          </a:prstGeom>
          <a:solidFill>
            <a:srgbClr val="F0F9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989320"/>
            <a:ext cx="10149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369A1"/>
                </a:solidFill>
                <a:latin typeface="Arial"/>
              </a:rPr>
              <a:t>Este patrón evita mezclar interfaz, reglas de negocio y persistencia en un solo lugar.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Arquitectura de desarrollo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Angular + Spring Boot + MySQL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005839"/>
            <a:ext cx="10927080" cy="44805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quitectura_soft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51560"/>
            <a:ext cx="10835640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5623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34155"/>
                </a:solidFill>
              </a:defRPr>
            </a:pPr>
            <a:r>
              <a:t>SPA Angular consume endpoints REST; Spring Boot aplica reglas de negocio; MySQL conserva datos relaciónales.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Mapa de navegación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Jerarquía de pantallas y submódulos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914400"/>
            <a:ext cx="112928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naveg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60120"/>
            <a:ext cx="1120140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Aplicación implementada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Login y dashboard ejecutándose en localhost:4200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051560"/>
            <a:ext cx="5394959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in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5303520" cy="2971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1422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Login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051560"/>
            <a:ext cx="5394959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shboard_w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097280"/>
            <a:ext cx="5303520" cy="2971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41422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006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Las capturas son reales, tomadas desde la aplicación Angular conectada al backend.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Gestión maestra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Productos, inventario y clientes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005839"/>
            <a:ext cx="3703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oductos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3611880" cy="2148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3273552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Productos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005839"/>
            <a:ext cx="3703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ientes_w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051560"/>
            <a:ext cx="3611880" cy="2148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97680" y="3273552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Clientes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005839"/>
            <a:ext cx="3703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ashboard_w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051560"/>
            <a:ext cx="3611880" cy="2148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92440" y="3273552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Inventario / resumen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572000"/>
            <a:ext cx="107899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572000"/>
            <a:ext cx="73152" cy="868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736592"/>
            <a:ext cx="10469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Evidencia funcional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074920"/>
            <a:ext cx="1046988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Los módulos incluyen formularios, validaciones, listados y datos cargados desde servicios HTTP.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Operación comercial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Pedidos, ventas y reportes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34924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edidos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5257800" cy="2971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187952"/>
            <a:ext cx="5257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Pedidos / ventas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97280"/>
            <a:ext cx="534924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portes_w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143000"/>
            <a:ext cx="5257800" cy="2971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4187952"/>
            <a:ext cx="5257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Reportes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9204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El flujo operativo relacióna cliente, pedido, detalle, producto, inventario y venta.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Base de datos física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Modelo ER, schema.sql y evidencia MySQL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978408"/>
            <a:ext cx="534924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odelo_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24128"/>
            <a:ext cx="5257800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754880"/>
            <a:ext cx="5257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Modelo entidad-relación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978408"/>
            <a:ext cx="534924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videncia_mysql_doc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24128"/>
            <a:ext cx="5257800" cy="3657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4754880"/>
            <a:ext cx="5257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MySQL en Docker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86400"/>
            <a:ext cx="10424160" cy="640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486400"/>
            <a:ext cx="73152" cy="64008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5650992"/>
            <a:ext cx="10104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Aclaracion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5989320"/>
            <a:ext cx="1010412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Docker demuestra ejecución; la base física se sustenta con schema.sql, tablas, PK, FK, restricciones y datos iniciales.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API REST y validaciones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Endpoints solicitados y reglas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097280"/>
            <a:ext cx="338328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097280"/>
            <a:ext cx="73152" cy="2011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26187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Productos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600200"/>
            <a:ext cx="3063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GET /api/productos
POST /api/productos
PUT /api/productos/{id}
DELETE /api/productos/{id}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097280"/>
            <a:ext cx="338328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097280"/>
            <a:ext cx="73152" cy="2011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126187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Clientes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1600200"/>
            <a:ext cx="3063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GET /api/clientes
POST /api/clientes
Validación de nombre y correo.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097280"/>
            <a:ext cx="338328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097280"/>
            <a:ext cx="73152" cy="20116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126187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Pedidos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600200"/>
            <a:ext cx="3063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GET /api/pedidos
POST /api/pedidos
Calcula total, detalle, venta y stock.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86200"/>
            <a:ext cx="1078992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886200"/>
            <a:ext cx="73152" cy="1143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050791"/>
            <a:ext cx="10469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Validaciones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4389120"/>
            <a:ext cx="10469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Angular valida campos obligatorios, correo, precio, stock y longitud mínima. Spring Boot valida DTOs con jakarta.validation y maneja errores REST.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Ejecución y replicación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Cómo levantar el proyecto en otra PC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234440"/>
            <a:ext cx="1033272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1234440"/>
            <a:ext cx="73152" cy="6858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1399032"/>
            <a:ext cx="10012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Paso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737360"/>
            <a:ext cx="10012680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git clone https://github.com/DiegoA199/Chompas_Mabel.git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194560"/>
            <a:ext cx="1033272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2194560"/>
            <a:ext cx="73152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2359152"/>
            <a:ext cx="10012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Paso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697480"/>
            <a:ext cx="10012680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docker compose up -d mysql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154680"/>
            <a:ext cx="1033272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154680"/>
            <a:ext cx="73152" cy="685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3319272"/>
            <a:ext cx="10012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Paso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657600"/>
            <a:ext cx="10012680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cd backend-springboot &amp;&amp; mvn spring-boot:run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114800"/>
            <a:ext cx="1033272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114800"/>
            <a:ext cx="73152" cy="685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4279392"/>
            <a:ext cx="10012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Paso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4617720"/>
            <a:ext cx="10012680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cd frontend-angular &amp;&amp; npm install &amp;&amp; npm start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349240"/>
            <a:ext cx="1033272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5349240"/>
            <a:ext cx="73152" cy="685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5568" y="5513831"/>
            <a:ext cx="10012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Credenciales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5852159"/>
            <a:ext cx="10012680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admin@chompasmabel.com / admin123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Calidad de implementación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Por qué se sostiene cómo producto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4892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23444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3990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Estructura limpia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7373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frontend-angular, backend-springboot, database, Docker y README.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34440"/>
            <a:ext cx="4892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73152" cy="1417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13990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Datos reales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7373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Productos, clientes, pedidos, ventas e inventario con datos iniciales.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91840"/>
            <a:ext cx="4892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291840"/>
            <a:ext cx="73152" cy="14173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4564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Responsive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7947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Interfaz usable en escritorio y pantallas pequeñas.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291840"/>
            <a:ext cx="4892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291840"/>
            <a:ext cx="73152" cy="1417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564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Trazabilidad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37947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Pedido genera detalle, movimiento de inventario y venta relaciónada.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Resultado final del 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23444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334155"/>
                </a:solidFill>
              </a:defRPr>
            </a:pPr>
            <a:r>
              <a:t>Se implemento un sistema web funcional, no solo un prototipo visual.</a:t>
            </a:r>
          </a:p>
          <a:p>
            <a:pPr>
              <a:spcAft>
                <a:spcPts val="500"/>
              </a:spcAft>
              <a:defRPr sz="1800">
                <a:solidFill>
                  <a:srgbClr val="334155"/>
                </a:solidFill>
              </a:defRPr>
            </a:pPr>
            <a:r>
              <a:t>La arquitectura en capas permite explicar y mantener el proyecto con claridad.</a:t>
            </a:r>
          </a:p>
          <a:p>
            <a:pPr>
              <a:spcAft>
                <a:spcPts val="500"/>
              </a:spcAft>
              <a:defRPr sz="1800">
                <a:solidFill>
                  <a:srgbClr val="334155"/>
                </a:solidFill>
              </a:defRPr>
            </a:pPr>
            <a:r>
              <a:t>La base de datos relaciónal respalda correctamente productos, clientes, pedidos, ventas e inventario.</a:t>
            </a:r>
          </a:p>
          <a:p>
            <a:pPr>
              <a:spcAft>
                <a:spcPts val="500"/>
              </a:spcAft>
              <a:defRPr sz="1800">
                <a:solidFill>
                  <a:srgbClr val="334155"/>
                </a:solidFill>
              </a:defRPr>
            </a:pPr>
            <a:r>
              <a:t>Docker fácilita replicar MySQL y cargar la base chompas_mabel_db.</a:t>
            </a:r>
          </a:p>
          <a:p>
            <a:pPr>
              <a:spcAft>
                <a:spcPts val="500"/>
              </a:spcAft>
              <a:defRPr sz="1800">
                <a:solidFill>
                  <a:srgbClr val="334155"/>
                </a:solidFill>
              </a:defRPr>
            </a:pPr>
            <a:r>
              <a:t>El informe y la presentación incluyen evidencia técnica y visual para sustentación.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Chompas Mabel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5544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BD5E1"/>
                </a:solidFill>
                <a:latin typeface="Arial"/>
              </a:rPr>
              <a:t>Sistema Web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23160"/>
            <a:ext cx="6583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Proyecto listo para demostración y sustentación técnica.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92040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Arial"/>
              </a:rPr>
              <a:t>Repositorio: github.com/DiegoA199/Chompas_Mabel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005840"/>
            <a:ext cx="3520440" cy="4389120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2148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Gracias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788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E4E6"/>
                </a:solidFill>
                <a:latin typeface="Arial"/>
              </a:rPr>
              <a:t>Preguntas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
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-182880"/>
            <a:ext cx="5029200" cy="72237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26679" y="320040"/>
            <a:ext cx="3840480" cy="566928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97280"/>
            <a:ext cx="5166360" cy="2904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731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96596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rial"/>
              </a:rPr>
              <a:t>Gestión real de productos, inventario, clientes, pedidos, ventas y reportes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Angular 21 + Spring Boot + MySQL +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Arial"/>
              </a:rPr>
              <a:t>Presentado por: ANGULO GONZALES Diego Gabriel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23036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Arial"/>
              </a:rPr>
              <a:t>Colaborador: CRUZ SALAZAR Jorge Luis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Ingenieria Web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Problema y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Contexto del proyecto y oportunidad de mejora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234440"/>
            <a:ext cx="73152" cy="1828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Registros manuales, control limitado de stock, poca trazabilidad de pedidos y dificultad para generar reportes operativos.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Solución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Aplicación web conectada de extremo a extremo: Angular consume una API REST Spring Boot con persistencia MySQL.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73152" cy="1828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Sistema funcional para sustentar: datos iniciales, validaciones, relaciónes, reportes y ejecución replicable con Docker.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El sistema centraliza informacion de productos, clientes, pedidos y ventas.</a:t>
            </a:r>
          </a:p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Cada módulo responde a una tarea real de la empresa.</a:t>
            </a:r>
          </a:p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La estructura del proyecto permite replicarlo en otra PC desde GitHub.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Qué busca resolver 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143000"/>
            <a:ext cx="109728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307592"/>
            <a:ext cx="10652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Objetivo general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645920"/>
            <a:ext cx="106527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Implementar un sistema web de gestión para Chompas Mabel que conecte frontend, backend y base de datos para administrar procesos comerciales.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73152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Angular 21, Bootstrap, rutas, servicios HTTP, signals y formularios reactivos.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606040"/>
            <a:ext cx="73152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0168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Java 21, Spring Boot, API REST, servicios, repositorios, DTOs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606040"/>
            <a:ext cx="73152" cy="2240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Base de 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MySQL con tablas, relaciónes, claves primarias, claves foráneas y datos iniciales.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39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39" y="2606040"/>
            <a:ext cx="73152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8007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Entrega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7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README, Docker Compose, informe, PPT y evidencia de ejecución.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Módulos implementados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Cobertura funcional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Acceso y sesión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2344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7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Indicadores generales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CRUD y catálogo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59" y="12344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Inventario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Stock y movimientos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291840"/>
            <a:ext cx="73152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Registro y consulta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0" y="32918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7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7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Detalle y totales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2918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4807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Ventas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7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Comprobante y pedido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59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52559" y="32918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53728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Métricas operativas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Patrón arquitectónico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Arquitectura en capas + MVC/REST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73152" cy="74980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344168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Presentación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591056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Angular SPA: rutas, componentes, formularios, signals y servicios HTTP.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21408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21408"/>
            <a:ext cx="7315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31136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Controladores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47802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REST Controllers reciben solicitudes y responden JSON.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008376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008376"/>
            <a:ext cx="73152" cy="7498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118104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Servicios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36499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Reglas de negocio: pedidos, stock, totales, ventas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95344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5344"/>
            <a:ext cx="73152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005072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Repositorios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251959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Spring Data JPA encapsula acceso a MySQL.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82312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782312"/>
            <a:ext cx="73152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892040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Modelo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138927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Entidades relacionadas representan el dominio de Chompas Mabel.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95160" y="1234440"/>
            <a:ext cx="443484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6002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Por qué se eligió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148840"/>
            <a:ext cx="3657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Separa responsabilidades por capa.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Facilita mantenimiento y pruebas.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Permite escalar frontend y backend por separado.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Centraliza reglas de negocio en servicios.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Hace clara la sustentación técnica.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897880"/>
            <a:ext cx="10652760" cy="411480"/>
          </a:xfrm>
          <a:prstGeom prst="roundRect">
            <a:avLst/>
          </a:prstGeom>
          <a:solidFill>
            <a:srgbClr val="F0F9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989320"/>
            <a:ext cx="10149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Arial"/>
              </a:rPr>
              <a:t>Este patrón evita mezclar interfaz, reglas de negocio y persistencia en un solo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Arquitectura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Angular + Spring Boot +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005839"/>
            <a:ext cx="10927080" cy="44805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quitectura_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108356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SPA Angular consume endpoints REST; Spring Boot aplica reglas de negocio; MySQL conserva datos relaciónales.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Mapa de navegación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Jerarquía de pantallas y submódulos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914400"/>
            <a:ext cx="112928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nave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120"/>
            <a:ext cx="1120140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Aplicación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Login y dashboard ejecutándose en localhost:4200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in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30352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30352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Las capturas son reales, tomadas desde la aplicación Angular conectada al backend.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Gestión maestra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Productos, inventario y clientes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duct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361188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ien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51560"/>
            <a:ext cx="361188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51560"/>
            <a:ext cx="3611880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9244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Inventario / resumen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72000"/>
            <a:ext cx="107899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572000"/>
            <a:ext cx="73152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736592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Evidencia funcional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6988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Los módulos incluyen formularios, validaciones, listados y datos cargados desde servicios HTTP.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Operación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Pedidos, ventas y reportes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did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25780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Pedidos / ventas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por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25780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El flujo operativo relacióna cliente, pedido, detalle, producto, inventario y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Base de datos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Modelo ER, schema.sql y evidencia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o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24128"/>
            <a:ext cx="525780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Modelo entidad-relación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idencia_mysql_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257800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MySQL en Docker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86400"/>
            <a:ext cx="1042416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486400"/>
            <a:ext cx="73152" cy="6400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650992"/>
            <a:ext cx="10104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Aclaracion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5989320"/>
            <a:ext cx="1010412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demuestra ejecución; la base física se sustenta con schema.sql, tablas, PK, FK, restricciones y datos iniciales.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API REST y validaciones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Endpoints solicitados y reglas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097280"/>
            <a:ext cx="73152" cy="2011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/api/productos
POST /api/productos
PUT /api/productos/{id}
DELETE /api/productos/{id}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097280"/>
            <a:ext cx="73152" cy="2011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/api/clientes
POST /api/clientes
Validación de nombre y correo.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73152" cy="2011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/api/pedidos
POST /api/pedidos
Calcula total, detalle, venta y stock.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86200"/>
            <a:ext cx="10789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86200"/>
            <a:ext cx="73152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050791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Validaciones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4389120"/>
            <a:ext cx="10469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Angular valida campos obligatorios, correo, precio, stock y longitud mínima. Spring Boot valida DTOs con jakarta.validation y maneja errores REST.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Ejecución y replicación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Cómo levantar el proyecto en otra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23444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234440"/>
            <a:ext cx="73152" cy="685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139903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73736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git clone https://github.com/DiegoA199/Chompas_Mabel.git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9456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19456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35915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69748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compose up -d mysql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15468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154680"/>
            <a:ext cx="73152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31927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65760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cd backend-springboot &amp;&amp; mvn spring-boot:run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11480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114800"/>
            <a:ext cx="73152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7939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61772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cd frontend-angular &amp;&amp; npm install &amp;&amp; npm 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34924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349240"/>
            <a:ext cx="73152" cy="685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513831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Credenciales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5852159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admin@chompasmabel.com / admin123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Calidad de 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Por qué se sostiene cómo producto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399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Estructura limpia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frontend-angular, backend-springboot, database, Docker y README.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399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Datos reales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Productos, clientes, pedidos, ventas e inventario con datos iniciales.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2918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56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Responsive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Interfaz usable en escritorio y pantallas pequeñas.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29184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56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Trazabilidad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Pedido genera detalle, movimiento de inventario y venta relaciónada.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Resultado final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3444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Se implemento un sistema web funcional, no solo un prototipo visual.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La arquitectura en capas permite explicar y mantener el proyecto con claridad.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La base de datos relaciónal respalda correctamente productos, clientes, pedidos, ventas e inventario.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Docker fácilita replicar MySQL y cargar la base chompas_mabel_db.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El informe y la presentación incluyen evidencia técnica y visual para sustentación.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Proyecto listo para demostración y sustentación técnica.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9204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rial"/>
              </a:rPr>
              <a:t>Repositorio: github.com/DiegoA199/Chompas_Mabel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005840"/>
            <a:ext cx="3520440" cy="43891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Gracias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E4E6"/>
                </a:solidFill>
                <a:latin typeface="Arial"/>
              </a:rPr>
              <a:t>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